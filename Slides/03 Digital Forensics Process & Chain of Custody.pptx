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2" r:id="rId1"/>
  </p:sldMasterIdLst>
  <p:notesMasterIdLst>
    <p:notesMasterId r:id="rId7"/>
  </p:notesMasterIdLst>
  <p:sldIdLst>
    <p:sldId id="260" r:id="rId2"/>
    <p:sldId id="261" r:id="rId3"/>
    <p:sldId id="262" r:id="rId4"/>
    <p:sldId id="275" r:id="rId5"/>
    <p:sldId id="265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42BFC9-F7D3-4B08-B31D-C34A1CE8FC9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129C39-7B17-41B0-B06A-5B19513EF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825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07444-9C04-45F9-B5BC-40DDB74312F3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6398342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8295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7CB7E-E119-48F7-AB6D-95404D8BFDFF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807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95D54-F905-4C8D-96BD-D565D885761B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172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6530-0A18-4EE9-9495-86AD48A667B9}" type="datetime1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936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93E58-641E-406B-8D9F-7191072D20E6}" type="datetime1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190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6922-DC32-47AB-AA92-47EE5E89FB7A}" type="datetime1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438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A68C-09A7-4B97-B6F3-8AB8ECBA14DB}" type="datetime1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846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0EFAE-839D-4D6A-8D19-5F1632198C74}" type="datetime1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500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3A018-4E95-404E-A6DA-6CB9B72AFE60}" type="datetime1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121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3816B-0846-48F2-B764-A9138AD0C8BA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00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1E7AD-4E0F-40F5-B1F6-2F9144023E28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710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685AF8-D129-4ECC-9397-FBFF1AA43514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@0xgbreil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8B2523-E403-40E0-A7E0-F65795EF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9553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A68C-09A7-4B97-B6F3-8AB8ECBA14DB}" type="datetime1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1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04800" y="270352"/>
            <a:ext cx="586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Digital Forensics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53" y="835266"/>
            <a:ext cx="71628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smtClean="0"/>
              <a:t>Digital </a:t>
            </a:r>
            <a:r>
              <a:rPr lang="en-US" dirty="0"/>
              <a:t>Forensics follows a structured investigation process.</a:t>
            </a:r>
            <a:br>
              <a:rPr lang="en-US" dirty="0"/>
            </a:br>
            <a:r>
              <a:rPr lang="en-US" dirty="0"/>
              <a:t>- Multiple models exist (e.g., SANS, EC-Council CHFI).</a:t>
            </a:r>
            <a:br>
              <a:rPr lang="en-US" dirty="0"/>
            </a:br>
            <a:r>
              <a:rPr lang="en-US" dirty="0"/>
              <a:t>- Steps may vary slightly, but the core concept is the </a:t>
            </a:r>
            <a:r>
              <a:rPr lang="en-US" dirty="0" smtClean="0"/>
              <a:t>same</a:t>
            </a:r>
            <a:endParaRPr lang="ar-EG" dirty="0" smtClean="0"/>
          </a:p>
          <a:p>
            <a:pPr marL="285750" indent="-285750">
              <a:buFontTx/>
              <a:buChar char="-"/>
            </a:pPr>
            <a:endParaRPr lang="ar-EG" dirty="0"/>
          </a:p>
          <a:p>
            <a:r>
              <a:rPr lang="en-US" sz="2000" dirty="0"/>
              <a:t>Common Phases (General View).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70" y="2523147"/>
            <a:ext cx="8001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1. Identification</a:t>
            </a:r>
          </a:p>
          <a:p>
            <a:r>
              <a:rPr lang="en-US" dirty="0"/>
              <a:t>Identify incidents, affected systems, and potential evidence sources.</a:t>
            </a:r>
          </a:p>
          <a:p>
            <a:endParaRPr lang="en-US" dirty="0"/>
          </a:p>
          <a:p>
            <a:r>
              <a:rPr lang="en-US" dirty="0"/>
              <a:t>• 2. Collection / Acquisition</a:t>
            </a:r>
          </a:p>
          <a:p>
            <a:r>
              <a:rPr lang="en-US" dirty="0"/>
              <a:t>Collect evidence properly (Forensic images, logs, and relevant data).</a:t>
            </a:r>
          </a:p>
          <a:p>
            <a:endParaRPr lang="en-US" dirty="0"/>
          </a:p>
          <a:p>
            <a:r>
              <a:rPr lang="en-US" dirty="0"/>
              <a:t>• 3. Preservation</a:t>
            </a:r>
          </a:p>
          <a:p>
            <a:r>
              <a:rPr lang="en-US" dirty="0"/>
              <a:t>Preserve evidence integrity and prevent any modification or tampering.</a:t>
            </a:r>
          </a:p>
          <a:p>
            <a:endParaRPr lang="en-US" dirty="0"/>
          </a:p>
          <a:p>
            <a:r>
              <a:rPr lang="en-US" dirty="0"/>
              <a:t>• 4. Analysis</a:t>
            </a:r>
          </a:p>
          <a:p>
            <a:r>
              <a:rPr lang="en-US" dirty="0"/>
              <a:t>Examine artifacts and evidence to understand what happened.</a:t>
            </a:r>
          </a:p>
          <a:p>
            <a:endParaRPr lang="en-US" dirty="0"/>
          </a:p>
          <a:p>
            <a:r>
              <a:rPr lang="en-US" dirty="0"/>
              <a:t>• 5. Presentation / Reporting</a:t>
            </a:r>
          </a:p>
          <a:p>
            <a:r>
              <a:rPr lang="en-US" dirty="0"/>
              <a:t>Document findings and present investigation results clearly.</a:t>
            </a:r>
          </a:p>
        </p:txBody>
      </p:sp>
    </p:spTree>
    <p:extLst>
      <p:ext uri="{BB962C8B-B14F-4D97-AF65-F5344CB8AC3E}">
        <p14:creationId xmlns:p14="http://schemas.microsoft.com/office/powerpoint/2010/main" val="1061344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A68C-09A7-4B97-B6F3-8AB8ECBA14DB}" type="datetime1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1823" y="186110"/>
            <a:ext cx="685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Artifact vs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143" y="990600"/>
            <a:ext cx="828135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- Artifact: Any data or digital trace collected during Collection / Acquisition.</a:t>
            </a:r>
            <a:br>
              <a:rPr lang="en-US" sz="2000" dirty="0"/>
            </a:br>
            <a:r>
              <a:rPr lang="en-US" sz="2000" dirty="0"/>
              <a:t>- Evidence: Extracted proof from artifacts that has impact on the investigation.</a:t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400" dirty="0" smtClean="0"/>
              <a:t>Key Idea</a:t>
            </a:r>
            <a:r>
              <a:rPr lang="ar-EG" sz="2400" dirty="0" smtClean="0"/>
              <a:t> : 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- Every Evidence is an Artifact.</a:t>
            </a:r>
            <a:br>
              <a:rPr lang="en-US" sz="2000" dirty="0"/>
            </a:br>
            <a:r>
              <a:rPr lang="en-US" sz="2000" dirty="0"/>
              <a:t>- Not every Artifact is Evidence.</a:t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400" dirty="0" smtClean="0"/>
              <a:t>Example</a:t>
            </a:r>
            <a:r>
              <a:rPr lang="ar-EG" sz="2400" dirty="0" smtClean="0"/>
              <a:t> :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- Many fingerprints exist, but only one may be Evidence.</a:t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400" dirty="0" smtClean="0"/>
              <a:t>DFIR Context</a:t>
            </a:r>
            <a:r>
              <a:rPr lang="ar-EG" sz="2400" dirty="0" smtClean="0"/>
              <a:t>:</a:t>
            </a:r>
          </a:p>
          <a:p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- Collection → Artifacts</a:t>
            </a:r>
            <a:br>
              <a:rPr lang="en-US" sz="2000" dirty="0"/>
            </a:br>
            <a:r>
              <a:rPr lang="en-US" sz="2000" dirty="0"/>
              <a:t>- Analysis → Evidence</a:t>
            </a:r>
          </a:p>
        </p:txBody>
      </p:sp>
    </p:spTree>
    <p:extLst>
      <p:ext uri="{BB962C8B-B14F-4D97-AF65-F5344CB8AC3E}">
        <p14:creationId xmlns:p14="http://schemas.microsoft.com/office/powerpoint/2010/main" val="846408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A68C-09A7-4B97-B6F3-8AB8ECBA14DB}" type="datetime1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6200" y="304799"/>
            <a:ext cx="4343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Chain of Custody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" y="1295400"/>
            <a:ext cx="89154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Official form used to document the movement of an Artifact.</a:t>
            </a:r>
            <a:br>
              <a:rPr lang="en-US" dirty="0"/>
            </a:br>
            <a:r>
              <a:rPr lang="en-US" dirty="0"/>
              <a:t>- Tracks evidence from collection to investigation or presentation.</a:t>
            </a:r>
            <a:br>
              <a:rPr lang="en-US" dirty="0"/>
            </a:br>
            <a:r>
              <a:rPr lang="en-US" dirty="0"/>
              <a:t>- Records who handled the artifact, when, and where.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Case Information: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- Case Name / Case Number</a:t>
            </a:r>
            <a:br>
              <a:rPr lang="en-US" dirty="0"/>
            </a:br>
            <a:r>
              <a:rPr lang="en-US" dirty="0"/>
              <a:t>- Location</a:t>
            </a:r>
            <a:br>
              <a:rPr lang="en-US" dirty="0"/>
            </a:br>
            <a:r>
              <a:rPr lang="en-US" dirty="0"/>
              <a:t>- Date &amp; Time of Collection</a:t>
            </a:r>
            <a:br>
              <a:rPr lang="en-US" dirty="0"/>
            </a:br>
            <a:r>
              <a:rPr lang="en-US" dirty="0"/>
              <a:t>- Suspect / Victim (if applicable)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Artifact Description: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- Serial Number</a:t>
            </a:r>
            <a:br>
              <a:rPr lang="en-US" dirty="0"/>
            </a:br>
            <a:r>
              <a:rPr lang="en-US" dirty="0"/>
              <a:t>- Quantity</a:t>
            </a:r>
            <a:br>
              <a:rPr lang="en-US" dirty="0"/>
            </a:br>
            <a:r>
              <a:rPr lang="en-US" dirty="0"/>
              <a:t>- Description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2514600"/>
            <a:ext cx="2943225" cy="155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615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A68C-09A7-4B97-B6F3-8AB8ECBA14DB}" type="datetime1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81000" y="685800"/>
            <a:ext cx="2362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Exercise :</a:t>
            </a:r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304800" y="1676400"/>
            <a:ext cx="70866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• </a:t>
            </a:r>
            <a:r>
              <a:rPr lang="en-US" sz="2400" dirty="0" smtClean="0"/>
              <a:t> Read </a:t>
            </a:r>
            <a:r>
              <a:rPr lang="en-US" sz="2400" dirty="0"/>
              <a:t>the resources below the video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• </a:t>
            </a:r>
            <a:r>
              <a:rPr lang="en-US" sz="2400" dirty="0" smtClean="0"/>
              <a:t> If </a:t>
            </a:r>
            <a:r>
              <a:rPr lang="en-US" sz="2400" dirty="0"/>
              <a:t>there is any unclear information, search for it</a:t>
            </a:r>
            <a:r>
              <a:rPr lang="en-US" sz="2400" dirty="0" smtClean="0"/>
              <a:t>.</a:t>
            </a:r>
            <a:endParaRPr lang="ar-EG" sz="2400" dirty="0" smtClean="0"/>
          </a:p>
          <a:p>
            <a:endParaRPr lang="ar-EG" sz="2400" dirty="0"/>
          </a:p>
          <a:p>
            <a:r>
              <a:rPr lang="en-US" sz="2400" dirty="0"/>
              <a:t>• </a:t>
            </a:r>
            <a:r>
              <a:rPr lang="en-US" sz="2400" dirty="0" err="1" smtClean="0"/>
              <a:t>TryHackMe</a:t>
            </a:r>
            <a:r>
              <a:rPr lang="en-US" sz="2400" dirty="0" smtClean="0"/>
              <a:t> </a:t>
            </a:r>
            <a:r>
              <a:rPr lang="en-US" sz="2400" dirty="0"/>
              <a:t>Rooms:</a:t>
            </a:r>
          </a:p>
          <a:p>
            <a:endParaRPr lang="en-US" sz="2400" dirty="0"/>
          </a:p>
          <a:p>
            <a:r>
              <a:rPr lang="ar-EG" sz="2400" dirty="0" smtClean="0"/>
              <a:t> </a:t>
            </a:r>
            <a:r>
              <a:rPr lang="en-US" sz="2400" dirty="0" smtClean="0"/>
              <a:t>- </a:t>
            </a:r>
            <a:r>
              <a:rPr lang="en-US" sz="2400" dirty="0"/>
              <a:t>Intro to Digital Forensics</a:t>
            </a:r>
          </a:p>
          <a:p>
            <a:r>
              <a:rPr lang="ar-EG" sz="2400" dirty="0" smtClean="0"/>
              <a:t> </a:t>
            </a:r>
            <a:r>
              <a:rPr lang="en-US" sz="2400" dirty="0" smtClean="0"/>
              <a:t>- </a:t>
            </a:r>
            <a:r>
              <a:rPr lang="en-US" sz="2400" dirty="0"/>
              <a:t>IR Timeline Analysis</a:t>
            </a:r>
          </a:p>
          <a:p>
            <a:r>
              <a:rPr lang="ar-EG" sz="2400" dirty="0" smtClean="0"/>
              <a:t> </a:t>
            </a:r>
            <a:r>
              <a:rPr lang="en-US" sz="2400" dirty="0" smtClean="0"/>
              <a:t>- </a:t>
            </a:r>
            <a:r>
              <a:rPr lang="en-US" sz="2400" dirty="0"/>
              <a:t>DFIR: An Introduction</a:t>
            </a:r>
          </a:p>
          <a:p>
            <a:r>
              <a:rPr lang="ar-EG" sz="2400" dirty="0" smtClean="0"/>
              <a:t> </a:t>
            </a:r>
            <a:r>
              <a:rPr lang="en-US" sz="2400" dirty="0" smtClean="0"/>
              <a:t>- </a:t>
            </a:r>
            <a:r>
              <a:rPr lang="en-US" sz="2400" dirty="0"/>
              <a:t>SOC Fundamentals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53420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A68C-09A7-4B97-B6F3-8AB8ECBA14DB}" type="datetime1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819400" y="2229653"/>
            <a:ext cx="3733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Thanks </a:t>
            </a:r>
            <a:r>
              <a:rPr lang="en-US" sz="3200" dirty="0"/>
              <a:t>for </a:t>
            </a:r>
            <a:r>
              <a:rPr lang="en-US" sz="3200" dirty="0" smtClean="0"/>
              <a:t>Watching</a:t>
            </a:r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3200400" y="3048000"/>
            <a:ext cx="2133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Contact: 0xgbreil</a:t>
            </a:r>
            <a:endParaRPr lang="en-US" sz="2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653" y="3153397"/>
            <a:ext cx="190348" cy="19034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420" y="3105180"/>
            <a:ext cx="50800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410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2416</TotalTime>
  <Words>140</Words>
  <Application>Microsoft Office PowerPoint</Application>
  <PresentationFormat>On-screen Show (4:3)</PresentationFormat>
  <Paragraphs>51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CTF</dc:title>
  <dc:creator>s</dc:creator>
  <cp:lastModifiedBy>s</cp:lastModifiedBy>
  <cp:revision>58</cp:revision>
  <dcterms:created xsi:type="dcterms:W3CDTF">2025-06-05T05:35:27Z</dcterms:created>
  <dcterms:modified xsi:type="dcterms:W3CDTF">2026-03-04T04:07:05Z</dcterms:modified>
</cp:coreProperties>
</file>